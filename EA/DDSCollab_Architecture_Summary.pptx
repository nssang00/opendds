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DDS 협업 DB 설계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 Model → Repository → DDS Model 아키텍처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- 목적: EA 모델을 협업 DB로 변환</a:t>
            </a:r>
          </a:p>
          <a:p>
            <a:pPr>
              <a:defRPr sz="2200"/>
            </a:pPr>
            <a:r>
              <a:t>- IDL/Markdown 생성</a:t>
            </a:r>
          </a:p>
          <a:p>
            <a:pPr>
              <a:defRPr sz="2200"/>
            </a:pPr>
            <a:r>
              <a:t>- SQLite→PostgreSQL 확장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전체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EA(QEA) → EAReader/Converter → Repository(SQLite/PostgreSQL) → DDS Model → IDL/Markdown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레이어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EA / Repository / DDS / Generator 계층 분리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스키마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15개 테이블</a:t>
            </a:r>
          </a:p>
          <a:p>
            <a:pPr>
              <a:defRPr sz="2200"/>
            </a:pPr>
            <a:r>
              <a:t>projects, packages, types, type_members...</a:t>
            </a:r>
          </a:p>
          <a:p>
            <a:pPr>
              <a:defRPr sz="2200"/>
            </a:pPr>
            <a:r>
              <a:t>Domain/Topic/QoS/Participant 모델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 변환 프로세스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Object 추출</a:t>
            </a:r>
          </a:p>
          <a:p>
            <a:pPr>
              <a:defRPr sz="2200"/>
            </a:pPr>
            <a:r>
              <a:t>2. Package 추적</a:t>
            </a:r>
          </a:p>
          <a:p>
            <a:pPr>
              <a:defRPr sz="2200"/>
            </a:pPr>
            <a:r>
              <a:t>3. 타입 변환</a:t>
            </a:r>
          </a:p>
          <a:p>
            <a:pPr>
              <a:defRPr sz="2200"/>
            </a:pPr>
            <a:r>
              <a:t>4. Member 변환</a:t>
            </a:r>
          </a:p>
          <a:p>
            <a:pPr>
              <a:defRPr sz="2200"/>
            </a:pPr>
            <a:r>
              <a:t>5. Connector/Property 처리</a:t>
            </a:r>
          </a:p>
          <a:p>
            <a:pPr>
              <a:defRPr sz="2200"/>
            </a:pPr>
            <a:r>
              <a:t>6. Audit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DDS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DDSProject 중심 객체 모델</a:t>
            </a:r>
          </a:p>
          <a:p>
            <a:pPr>
              <a:defRPr sz="2200"/>
            </a:pPr>
            <a:r>
              <a:t>Repository ↔ DDS Model</a:t>
            </a:r>
          </a:p>
          <a:p>
            <a:pPr>
              <a:defRPr sz="2200"/>
            </a:pPr>
            <a:r>
              <a:t>IDL/Markdown 생성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구현 로드맵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1.Repository</a:t>
            </a:r>
          </a:p>
          <a:p>
            <a:pPr>
              <a:defRPr sz="2200"/>
            </a:pPr>
            <a:r>
              <a:t>2.EA Import</a:t>
            </a:r>
          </a:p>
          <a:p>
            <a:pPr>
              <a:defRPr sz="2200"/>
            </a:pPr>
            <a:r>
              <a:t>3.DDS Model</a:t>
            </a:r>
          </a:p>
          <a:p>
            <a:pPr>
              <a:defRPr sz="2200"/>
            </a:pPr>
            <a:r>
              <a:t>4.IDL</a:t>
            </a:r>
          </a:p>
          <a:p>
            <a:pPr>
              <a:defRPr sz="2200"/>
            </a:pPr>
            <a:r>
              <a:t>5.Document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