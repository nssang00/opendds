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검토 자료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협업 DB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검토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676656" y="2697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Sparx EA(QEA) → 협업 Repository → DDS Model → IDL / Markdown 생성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" y="3246120"/>
            <a:ext cx="1325880" cy="30175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3246120"/>
            <a:ext cx="1965960" cy="301752"/>
          </a:xfrm>
          <a:prstGeom prst="rect">
            <a:avLst/>
          </a:prstGeom>
          <a:solidFill>
            <a:srgbClr val="34D399"/>
          </a:solidFill>
          <a:ln>
            <a:solidFill>
              <a:srgbClr val="34D39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→ PostgreSQL 확장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9392" y="3246120"/>
            <a:ext cx="1508760" cy="301752"/>
          </a:xfrm>
          <a:prstGeom prst="rect">
            <a:avLst/>
          </a:prstGeom>
          <a:solidFill>
            <a:srgbClr val="FACC15"/>
          </a:solidFill>
          <a:ln>
            <a:solidFill>
              <a:srgbClr val="FACC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C++11 / VS2019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984248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1984248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29800" y="1984248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32120" y="1417320"/>
            <a:ext cx="914400" cy="114300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1417320"/>
            <a:ext cx="822960" cy="114300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61290000" dist="645160000" dir="162000000000">
              <a:srgbClr val="000000">
                <a:alpha val="1800000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0" y="1417320"/>
            <a:ext cx="822960" cy="114300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2048383000000" dist="8193532000000" dir="9720000000000000">
              <a:srgbClr val="000000">
                <a:alpha val="180000000000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44200" y="1417320"/>
            <a:ext cx="914400" cy="114300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6014464100000000" dist="104057856400000000" dir="583200000000000000000">
              <a:srgbClr val="000000">
                <a:alpha val="18000000000000000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/ MD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4526280"/>
            <a:ext cx="5440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원본을 보존하면서도 협업·검증·자동 생성을 위한 중간 Repository를 구축하는 설계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요약: 이 설계의 핵심은 “EA를 직접 쓰지 않는 것”입니다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EA는 원천 모델로 보존하고, 협업·생성·검증은 Repository 중심으로 분리합니다.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4526280"/>
            <a:ext cx="2971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4526280"/>
            <a:ext cx="2971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1645920" cy="128016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330383694070000000000" dist="1.32153477628e+21" dir="3.4992e+25">
              <a:srgbClr val="000000">
                <a:alpha val="1.8e+2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(QEA 원본)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886200"/>
            <a:ext cx="1920240" cy="128016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4.195872914689e+24" dist="1.6783491658756e+25" dir="2.09952e+30">
              <a:srgbClr val="000000">
                <a:alpha val="1.8e+2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 Repository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(SQLite / PostgreSQL)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0" y="3886200"/>
            <a:ext cx="1645920" cy="128016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5.3287586016550295e+28" dist="2.1315034406620118e+29" dir="1.259712e+35">
              <a:srgbClr val="000000">
                <a:alpha val="1.7999999999999998e+3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 결과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+ Markdown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24688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추적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ea_guid / stereotype / 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1600200"/>
            <a:ext cx="24688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 구조화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15개 테이블 / DDS JSON 기반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600200"/>
            <a:ext cx="24688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객체화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C++ DDS Model / toJson / toAny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55480" y="1600200"/>
            <a:ext cx="24688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산출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/ 문서 생성 확장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5724144"/>
            <a:ext cx="9326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Repository가 시스템의 계약(Contract)이 되며, EA Import와 Generator는 교체 가능한 모듈로 분리됩니다.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Intent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정의와 설계 목표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기반 모델을 협업 DB로 전환해야 하는 이유를 분리해서 봅니다.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82880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F8717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문제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0233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7F1D1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모델은 원본으로는 유용하지만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협업·검증·자동 생성의 중심으로 쓰기 어렵습니다.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273552"/>
            <a:ext cx="37490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QEA 내부 구조에 직접 의존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변경 이력과 충돌 관리가 제한적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DDS 산출물 생성 로직이 EA 구조에 묶임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SQLite / PostgreSQL 협업 서버 확장 필요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3520440"/>
            <a:ext cx="1645920" cy="0"/>
          </a:xfrm>
          <a:prstGeom prst="line">
            <a:avLst/>
          </a:prstGeom>
          <a:solidFill>
            <a:srgbClr val="FFFFFF">
              <a:alpha val="0"/>
            </a:srgbClr>
          </a:solidFill>
          <a:ln w="304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0" y="1508760"/>
            <a:ext cx="1828800" cy="47548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목표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0233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EA는 가져오고, Repository에서 정제하고,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Model에서 산출물을 생성합니다.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79792" y="3273552"/>
            <a:ext cx="37490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OMG DDS JSON 구조에 맞춘 DB 계약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EA 원본 추적과 수동 수정 공존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IDL / Markdown 생성기 독립화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PostgreSQL 전환 가능한 스키마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5376672"/>
            <a:ext cx="530352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6.767523424101888e+32" dist="2.707009369640755e+33" dir="7.558272e+39">
              <a:srgbClr val="000000">
                <a:alpha val="1.8e+3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 Repository를 설계의 중심으로 둔다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시스템 아키텍처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입력·정규화·객체화·산출물 생성을 단계적으로 분리합니다.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315468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315468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72200" y="315468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01000" y="315468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29800" y="315468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0120" y="2743200"/>
            <a:ext cx="1508760" cy="82296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8.594754748609397e+36" dist="3.437901899443759e+37" dir="4.5349632000000006e+44">
              <a:srgbClr val="000000">
                <a:alpha val="1.8e+4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Sparx EA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QEA 파일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43200"/>
            <a:ext cx="150876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1.0915338530733935e+41" dist="4.366135412293574e+41" dir="2.72097792e+49">
              <a:srgbClr val="000000">
                <a:alpha val="1.8e+4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EAReader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EAConverter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743200"/>
            <a:ext cx="1508760" cy="82296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3862479934032098e+45" dist="5.544991973612839e+45" dir="1.6325867520000003e+54">
              <a:srgbClr val="000000">
                <a:alpha val="1.8e+5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/ 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743200"/>
            <a:ext cx="150876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1.7605349516220764e+49" dist="7.042139806488305e+49" dir="9.795520512000002e+58">
              <a:srgbClr val="000000">
                <a:alpha val="1.8000000000000001e+5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C++ Objects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1508760" cy="82296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.235879388560037e+53" dist="8.943517554240149e+53" dir="5.877312307200001e+63">
              <a:srgbClr val="000000">
                <a:alpha val="1.8e+6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/ Markdown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44200" y="2743200"/>
            <a:ext cx="914400" cy="82296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2.839566823471247e+57" dist="1.1358267293884988e+58" dir="3.526387384320001e+68">
              <a:srgbClr val="000000">
                <a:alpha val="1.8e+6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RTI DDS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 DDS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2450592"/>
            <a:ext cx="502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450592"/>
            <a:ext cx="502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450592"/>
            <a:ext cx="502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450592"/>
            <a:ext cx="502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76688" y="2450592"/>
            <a:ext cx="502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29184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포인트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의존성은 EAReader/Converter에 격리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4892040"/>
            <a:ext cx="329184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포인트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Repository가 모든 협업·검증의 기준 모델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4892040"/>
            <a:ext cx="3291840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포인트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 이후 산출물 생성기는 독립 확장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레이어 구조: 의존성 방향을 단방향으로 제한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레이어는 아래 계층의 구현 세부사항을 최소한으로만 알고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9048" y="1965960"/>
            <a:ext cx="0" cy="393192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99048" y="2971800"/>
            <a:ext cx="0" cy="393192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99048" y="3977640"/>
            <a:ext cx="0" cy="393192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99048" y="4983480"/>
            <a:ext cx="0" cy="393192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43200" y="1417320"/>
            <a:ext cx="6675120" cy="713232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3.606249865808484e+61" dist="1.4424999463233936e+62" dir="2.1158324305920003e+73">
              <a:srgbClr val="000000">
                <a:alpha val="1.8000000000000002e+7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Model Layer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QEA 읽기 / EA 구조체 / 변환 소스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6675120" cy="713232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4.579937329576775e+65" dist="1.83197493183071e+66" dir="1.2694994583552002e+78">
              <a:srgbClr val="000000">
                <a:alpha val="1.8000000000000003e+7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Layer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IRepository / SQLiteRepository / RepositoryModels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429000"/>
            <a:ext cx="6675120" cy="713232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5.816520408562504e+69" dist="2.3266081634250016e+70" dir="7.616996750131201e+82">
              <a:srgbClr val="000000">
                <a:alpha val="1.8000000000000004e+8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 Layer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DDSProject / DDSPackage / DDSType / DDSMember ...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4434840"/>
            <a:ext cx="6675120" cy="713232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7.38698091887438e+73" dist="2.954792367549752e+74" dir="4.57019805007872e+87">
              <a:srgbClr val="000000">
                <a:alpha val="1.8000000000000005e+8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 Layer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IDLGenerator / MarkdownGenerator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5440680"/>
            <a:ext cx="6675120" cy="713232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9.381465766970462e+77" dist="3.752586306788185e+78" dir="2.742118830047232e+92">
              <a:srgbClr val="000000">
                <a:alpha val="1.8000000000000007e+9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 Entry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main.cpp: Import → Load → JSON sample output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구조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1792224"/>
            <a:ext cx="15087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src/ea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src/repository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src/dds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src/generator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third_party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2124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 방향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02952" y="1792224"/>
            <a:ext cx="15087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→ sqlite3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→ sqlite3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→ repository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 → dds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 → 전체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 Snapshot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ZIP 구현 현황: “설계만”이 아니라 변환 실행 흐름이 있습니다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업로드된 DDSCollab.zip에는 실행 엔트리와 주요 계층 파일이 포함되어 있습니다.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828800" cy="438912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포함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main.cpp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Any.h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ea/EAReader, EAConverter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repository/IRepository, SQLiteRepository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dds/DDSModels, DDSLoader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dds_collab.sql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417320"/>
            <a:ext cx="1828800" cy="438912"/>
          </a:xfrm>
          <a:prstGeom prst="rect">
            <a:avLst/>
          </a:prstGeom>
          <a:solidFill>
            <a:srgbClr val="78350F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generator/IDLGenerator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generator/MarkdownGenerator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기반 문서 생성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RTI / Fast DDS IDL 검증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PostgreSQLRepository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83480" y="265176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89120" y="4498848"/>
            <a:ext cx="34747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main.cpp 실행 흐름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5257800"/>
            <a:ext cx="8595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초기화 → EA 읽기 → EAConverter.convert() → DDSLoader.loadProject() → toJson() 저장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Schema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스키마: 15개 테이블을 DDS Building Block별로 재구성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DDL은 단순 저장소가 아니라 DDS 모델의 표준화된 중간 표현입니다.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3429000"/>
            <a:ext cx="-3200400" cy="-146304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3429000"/>
            <a:ext cx="3017520" cy="-146304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3429000"/>
            <a:ext cx="-3246120" cy="150876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429000"/>
            <a:ext cx="3108960" cy="150876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74920" y="2880360"/>
            <a:ext cx="20116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1914461524052487e+82" dist="4.765784609620995e+82" dir="1.6452712980283393e+97">
              <a:srgbClr val="000000">
                <a:alpha val="1.8000000000000008e+9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325880"/>
            <a:ext cx="2926080" cy="123444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1.5131366135546659e+86" dist="6.052546454218663e+86" dir="9.871627788170037e+101">
              <a:srgbClr val="000000">
                <a:alpha val="1.800000000000001e+10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packages / types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type_members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1325880"/>
            <a:ext cx="2926080" cy="123444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1.9216834992144256e+90" dist="7.6867339968577025e+90" dir="5.9229766729020215e+106">
              <a:srgbClr val="000000">
                <a:alpha val="1.800000000000001e+10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qos_profiles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qos_policies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2926080" cy="123444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2.4405380440023207e+94" dist="9.762152176009283e+94" dir="3.553786003741213e+111">
              <a:srgbClr val="000000">
                <a:alpha val="1.800000000000001e+11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domains / register_types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4389120"/>
            <a:ext cx="2926080" cy="123444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3.099483315882947e+98" dist="1.2397933263531789e+99" dir="2.1322716022447277e+116">
              <a:srgbClr val="000000">
                <a:alpha val="1.800000000000001e+11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participants / publishers / subscribers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writers / readers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5303520"/>
            <a:ext cx="2651760" cy="676656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3.9363438111713427e+102" dist="1.574537524468537e+103" dir="1.2793629613468366e+121">
              <a:srgbClr val="000000">
                <a:alpha val="1.800000000000001e+12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Governance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6126480"/>
            <a:ext cx="99669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설계 원칙: 모든 EA 유래 테이블은 ea_guid / ea_stereotype / source를 보존하여 재동기화와 충돌 감지를 가능하게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ERD 핵심 관계: Project를 루트로 Type / Domain / Participant가 연결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ERD를 한 장에 모두 넣기보다, 중요한 의존 관계만 시각화합니다.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87452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9120" y="187452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0" y="187452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23960" y="187452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2331720"/>
            <a:ext cx="0" cy="73152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3840480"/>
            <a:ext cx="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3840480"/>
            <a:ext cx="100584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3840480"/>
            <a:ext cx="-100584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29800" y="5120640"/>
            <a:ext cx="-2514600" cy="-169164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31720" y="5120640"/>
            <a:ext cx="2560320" cy="-169164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68680" y="1536192"/>
            <a:ext cx="128016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536192"/>
            <a:ext cx="105156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1536192"/>
            <a:ext cx="100584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1536192"/>
            <a:ext cx="105156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type_members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12680" y="1536192"/>
            <a:ext cx="1143000" cy="64008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1188720" cy="676656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4590288"/>
            <a:ext cx="1097280" cy="658368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register_types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154680"/>
            <a:ext cx="1188720" cy="676656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80360" y="3154680"/>
            <a:ext cx="1143000" cy="676656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590288"/>
            <a:ext cx="1005840" cy="658368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0" y="4590288"/>
            <a:ext cx="1005840" cy="658368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989320"/>
            <a:ext cx="10195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Topic은 type_id를 직접 갖지 않고 register_type_id를 참조합니다. 같은 Type을 Domain 내에서 여러 등록명으로 재사용할 수 있게 하기 위한 핵심 설계입니다.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Subsystem: IDL 타입 정보를 손실 없이 저장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 / enum / union / typedef와 member annotation을 모두 담는 모델입니다.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880360"/>
            <a:ext cx="123444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49240" y="2880360"/>
            <a:ext cx="123444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55280" y="2880360"/>
            <a:ext cx="123444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1920240" cy="10972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4.9991566401876055e+106" dist="1.9996626560750422e+107" dir="7.67617776808102e+125">
              <a:srgbClr val="000000">
                <a:alpha val="1.800000000000001e+12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module / type_library / folder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2331720"/>
            <a:ext cx="1371600" cy="10972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6.348928933038258e+110" dist="2.5395715732153033e+111" dir="4.605706660848612e+130">
              <a:srgbClr val="000000">
                <a:alpha val="1.800000000000001e+13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 / enum / union / typedef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1371600" cy="10972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8.063139744958588e+114" dist="3.2252558979834354e+115" dir="2.763423996509167e+135">
              <a:srgbClr val="000000">
                <a:alpha val="1.800000000000001e+13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type_members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field / literal / case / discriminator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89720" y="2331720"/>
            <a:ext cx="1920240" cy="1097280"/>
          </a:xfrm>
          <a:prstGeom prst="rect">
            <a:avLst/>
          </a:prstGeom>
          <a:solidFill>
            <a:srgbClr val="312E81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1.0240187476097407e+119" dist="4.0960749904389626e+119" dir="1.6580543979055002e+140">
              <a:srgbClr val="000000">
                <a:alpha val="1.800000000000001e+14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annotations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@key / @optional / JSON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3774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컬렉션 표현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 / bounded sequence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array_dimensions JSON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string_bound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23774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타입 참조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9476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primitive_type 또는 ref_type_id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Classifier 우선, 이름 매칭 보조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343400"/>
            <a:ext cx="23774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원본 보존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ea_guid / ea_type_name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lower_bound / upper_bound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stereotype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4343400"/>
            <a:ext cx="19202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4040" y="5440680"/>
            <a:ext cx="1737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base_type_id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Generalization 처리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 / Topic 모델: DDS Domain 내 Type 등록을 명시적으로 분리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Topic이 Type을 직접 참조하지 않고 RegisterType을 경유하는 것이 핵심입니다.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971800"/>
            <a:ext cx="1600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40680" y="2971800"/>
            <a:ext cx="1691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75320" y="2971800"/>
            <a:ext cx="1600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09160" y="352044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26680" y="352044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2377440"/>
            <a:ext cx="1463040" cy="118872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3005038094643706e+123" dist="5.2020152378574823e+123" dir="9.948326387433002e+144">
              <a:srgbClr val="000000">
                <a:alpha val="1.8000000000000009e+14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Domain ID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77640" y="2377440"/>
            <a:ext cx="1463040" cy="118872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6516398380197506e+127" dist="6.606559352079002e+127" dir="5.968995832459801e+149">
              <a:srgbClr val="000000">
                <a:alpha val="1.800000000000001e+15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register_types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등록 이름 관리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77440"/>
            <a:ext cx="1143000" cy="118872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2.097582594285083e+131" dist="8.390330377140333e+131" dir="3.581397499475881e+154">
              <a:srgbClr val="000000">
                <a:alpha val="1.800000000000001e+15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 Name + QoS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0" y="2377440"/>
            <a:ext cx="1325880" cy="11887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2.6639298947420556e+135" dist="1.0655719578968222e+136" dir="2.1488384996855287e+159">
              <a:srgbClr val="000000">
                <a:alpha val="1.800000000000001e+16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Runtime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 생성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4434840"/>
            <a:ext cx="1463040" cy="68580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4434840"/>
            <a:ext cx="1280160" cy="68580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qos_profiles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의도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Type을 같은 Domain에 다른 register_name으로 여러 번 등록할 수 있습니다. Topic은 등록된 Type을 참조하므로 DDS 구성의 의도가 더 명확해집니다.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 / Pub-Sub 모델: DDS Entity 계층을 Repository에 투영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 하위에 Publisher/Subscriber와 Writer/Reader를 나누어 DDS 구조와 일치시킵니다.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743200"/>
            <a:ext cx="1280160" cy="-6858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2743200"/>
            <a:ext cx="12801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205740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342900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2057400"/>
            <a:ext cx="132588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3429000"/>
            <a:ext cx="1325880" cy="-6858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2148840"/>
            <a:ext cx="1463040" cy="11887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3.3831909663224106e+139" dist="1.3532763865289643e+140" dir="1.2893030998113172e+164">
              <a:srgbClr val="000000">
                <a:alpha val="1.800000000000001e+16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DomainParticipant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280160" cy="7315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1280160" cy="7315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subscribers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1280160" cy="7315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DataWriter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1280160" cy="73152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DataReader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148840"/>
            <a:ext cx="1280160" cy="118872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4.296652527229462e+143" dist="1.7186610108917847e+144" dir="7.735818598867904e+168">
              <a:srgbClr val="000000">
                <a:alpha val="1.800000000000001e+17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95560" y="2148840"/>
            <a:ext cx="1097280" cy="118872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5.4567487095814166e+147" dist="2.1826994838325667e+148" dir="4.6414911593207425e+173">
              <a:srgbClr val="000000">
                <a:alpha val="1.800000000000001e+17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qos_profiles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95560" y="2743200"/>
            <a:ext cx="-91440" cy="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1828800" cy="438912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 해석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71800" y="4864608"/>
            <a:ext cx="8001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Participant는 Domain에 속하고, Writer/Reader는 Topic을 선택합니다. QoS는 Participant / Publisher / Subscriber / Writer / Reader / Topic 단위에 독립적으로 연결됩니다.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 &amp;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QoS와 Audit: 협업 DB다운 기능을 담는 두 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QoS는 JSON 정책으로 유연하게, Audit은 동기화·수정 이력을 추적합니다.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2816352"/>
            <a:ext cx="164592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15000" y="2816352"/>
            <a:ext cx="164592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645920" cy="969264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6.9300708611684e+151" dist="2.77202834446736e+152" dir="2.7848946955924455e+178">
              <a:srgbClr val="000000">
                <a:alpha val="1.8000000000000012e+18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qos_profiles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base_profile_id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2331720"/>
            <a:ext cx="1417320" cy="969264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8.801189993683867e+155" dist="3.520475997473547e+156" dir="1.6709368173554673e+183">
              <a:srgbClr val="000000">
                <a:alpha val="1.8000000000000013e+18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qos_policies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entity_kind + policy_name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2331720"/>
            <a:ext cx="1325880" cy="969264"/>
          </a:xfrm>
          <a:prstGeom prst="rect">
            <a:avLst/>
          </a:prstGeom>
          <a:solidFill>
            <a:srgbClr val="312E81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1.117751129197851e+160" dist="4.471004516791404e+160" dir="1.0025620904132804e+188">
              <a:srgbClr val="000000">
                <a:alpha val="1.8000000000000013e+19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policy_value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42832" y="2212848"/>
            <a:ext cx="2423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RELIABILITY={kind:RELIABLE, max_blocking_time:100ms}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HISTORY={kind:KEEP_LAST, depth:10}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1645920" cy="694944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1.4195439340812709e+164" dist="5.678175736325083e+164" dir="6.015372542479682e+192">
              <a:srgbClr val="000000">
                <a:alpha val="1.8000000000000013e+19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4654296"/>
            <a:ext cx="7178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target_kind / target_id / action / changed_by / changed_at / diff JSON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 관점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5769864"/>
            <a:ext cx="87782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Sync, 수동 수정, 삭제 후보, 충돌 상황을 audit_log로 기록하면 Web UI에서 검토·승인 흐름을 만들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Import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→ Repository 변환 Sequence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변환은 “식별 → 구조화 → 관계 연결 → 감사 기록” 순서로 진행합니다.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5087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QEA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40180" y="1874520"/>
            <a:ext cx="0" cy="37947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2880360" y="1325880"/>
            <a:ext cx="15087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EAReader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34740" y="1874520"/>
            <a:ext cx="0" cy="37947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15087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EAConverter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29300" y="1874520"/>
            <a:ext cx="0" cy="37947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315200" y="1325880"/>
            <a:ext cx="15087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69580" y="1874520"/>
            <a:ext cx="0" cy="37947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601200" y="1325880"/>
            <a:ext cx="15087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55580" y="1874520"/>
            <a:ext cx="0" cy="37947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40180" y="2103120"/>
            <a:ext cx="219456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53162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 / t_package 읽기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34740" y="2743200"/>
            <a:ext cx="219456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72618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대상 식별 + 분류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29300" y="338328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920740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INSERT packages/types/members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29300" y="402336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920740" y="3703320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 / Connector로 FK 연결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9580" y="466344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FACC1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161020" y="4343400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ea_sync 결과 기록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897880"/>
            <a:ext cx="128016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 단위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40280" y="5870448"/>
            <a:ext cx="87782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 재귀 추적 → Object 분류 → Attribute 변환 → ObjectProperty 연결 → Connector 관계 처리 → AttributeTag Annotation 반영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Mapping Rules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Object → Repository Mapping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요소를 Repository의 표준 테이블로 변환하는 기준입니다.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182880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요소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389888"/>
            <a:ext cx="493776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389888"/>
            <a:ext cx="347472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828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t_package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49377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package + parent 재귀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828800"/>
            <a:ext cx="34747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182880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67712"/>
            <a:ext cx="493776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 / Enumeration / DataType / 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2267712"/>
            <a:ext cx="347472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706624"/>
            <a:ext cx="1828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t_attribute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706624"/>
            <a:ext cx="49377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type의 속성 / enum literal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2706624"/>
            <a:ext cx="34747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type_members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145536"/>
            <a:ext cx="182880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145536"/>
            <a:ext cx="493776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+ domain / topic / publisher / subscriber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3145536"/>
            <a:ext cx="347472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domains / topics / publishers / subscribers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584448"/>
            <a:ext cx="1828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584448"/>
            <a:ext cx="49377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Component + domainParticipant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3584448"/>
            <a:ext cx="34747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182880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4023360"/>
            <a:ext cx="493776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Port + dataWriter / dataReader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4023360"/>
            <a:ext cx="347472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writers / readers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462272"/>
            <a:ext cx="1828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t_connector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4462272"/>
            <a:ext cx="49377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Generalization / Association / Dependency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4462272"/>
            <a:ext cx="34747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base_type_id / ref_type_id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901184"/>
            <a:ext cx="182880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t_objectproperties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4901184"/>
            <a:ext cx="493776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/ domain / typedef / typeSynonyms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4901184"/>
            <a:ext cx="3474720" cy="438912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register_types / FK update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 포인트: 매핑이 불확실한 경우 kind=NULL로 두고 Web UI에서 사용자가 지정하도록 설계되어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Conversion Rules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 규칙: LowerBound / UpperBound와 Primitive Type 해석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EA의 느슨한 표현을 DDS에 가까운 명시적 표현으로 변환합니다.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82880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Collection 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UpperBound=0 or *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sequence, unbounded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2194560" cy="4114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Lower=0, Upper=1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587752"/>
            <a:ext cx="2194560" cy="4114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optional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26664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Lower=Upper=N&gt;1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026664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array[N]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65576"/>
            <a:ext cx="2194560" cy="4114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Lower&lt;Upper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465576"/>
            <a:ext cx="2194560" cy="411480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bounded sequence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04488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Lower=Upper=1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904488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single member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1828800" cy="438912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Mapping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 / 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14884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56032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unsigned long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56032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uint32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 long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97180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int64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float / double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338328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float32 / float64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char* / string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79476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20624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206240"/>
            <a:ext cx="2011680" cy="384048"/>
          </a:xfrm>
          <a:prstGeom prst="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ref_type_id 매칭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5285232"/>
            <a:ext cx="5120640" cy="512064"/>
          </a:xfrm>
          <a:prstGeom prst="rect">
            <a:avLst/>
          </a:prstGeom>
          <a:solidFill>
            <a:srgbClr val="312E81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/ Optional Annotation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Stereotype=key 또는 isDCPSKey=true → is_key=1    |    isOptional=true → is_optional=1    |    나머지는 annotations JSON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Synchronization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재동기화 규칙: ea_guid가 변경 관리의 기준 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재수입 시 신규/갱신/충돌/삭제 후보를 명확히 분리합니다.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278892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66360" y="278892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09560" y="278892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1554480" cy="10972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1.802820796283214e+168" dist="7.211283185132856e+168" dir="3.6092235254878095e+197">
              <a:srgbClr val="000000">
                <a:alpha val="1.8000000000000012e+20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Import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ea_guid 추출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240280"/>
            <a:ext cx="1463040" cy="109728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2.289582411279682e+172" dist="9.158329645118728e+172" dir="2.1655341152926858e+202">
              <a:srgbClr val="000000">
                <a:alpha val="1.800000000000001e+20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Row 검색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1463040" cy="109728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2.907769662325196e+176" dist="1.1631078649300784e+177" dir="1.2993204691756116e+207">
              <a:srgbClr val="000000">
                <a:alpha val="1.8000000000000013e+21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 확인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/ manual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89720" y="2240280"/>
            <a:ext cx="1554480" cy="10972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3.692867471152999e+180" dist="1.4771469884611996e+181" dir="7.795922815053669e+211">
              <a:srgbClr val="000000">
                <a:alpha val="1.8000000000000013e+21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UPDATE / INSERT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 기록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320040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1: ea_guid 있음 + source=ea → UPDATE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4617720"/>
            <a:ext cx="338328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2: ea_guid 있음 + source=manual → 충돌 감지 / audit_log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4617720"/>
            <a:ext cx="31089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3: EA에 없음 + DB에 있음 → 삭제 후보 / 사용자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80644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규칙이 있어야 협업 DB에서 수동 보정한 내용을 EA 재수입이 덮어쓰지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Object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Model: Repository를 C++ 객체 그래프로 로드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Row를 그대로 노출하지 않고 DDS 의미 구조로 재구성합니다.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01168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201168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201168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2423160"/>
            <a:ext cx="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4069080"/>
            <a:ext cx="0" cy="7315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423160"/>
            <a:ext cx="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2423160"/>
            <a:ext cx="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1691640"/>
            <a:ext cx="114300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DDSProject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1691640"/>
            <a:ext cx="123444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DDSPackage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1691640"/>
            <a:ext cx="114300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DDSType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1691640"/>
            <a:ext cx="123444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DDSMember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3429000"/>
            <a:ext cx="1554480" cy="64008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DDSDomain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RegisterType / Topic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1554480" cy="64008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DDSQosProfile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DDSQosPolicy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3429000"/>
            <a:ext cx="155448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DDSParticipant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3429000"/>
            <a:ext cx="160020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Publisher / Subscriber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 / Reader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38360" y="1828800"/>
            <a:ext cx="132588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toAny()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38360" y="2743200"/>
            <a:ext cx="132588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toJson()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64040" y="3657600"/>
            <a:ext cx="1600200" cy="566928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generateIDL()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4572000"/>
            <a:ext cx="1874520" cy="566928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generateMarkdown()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5925312"/>
            <a:ext cx="9966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객체 모델의 역할은 Repository의 저장 구조를 DDS 의미 구조로 바꿔 Generator가 DB를 몰라도 동작하게 하는 것입니다.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흐름: main.cpp 기준 Import → Load → JSON 저장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구현된 엔트리 포인트는 변환 결과를 카운트하고 DDS Model JSON을 출력합니다.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274320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274320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274320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06640" y="274320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89720" y="274320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2240280"/>
            <a:ext cx="132588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4.689941688364309e+184" dist="1.8759766753457235e+185" dir="4.677553689032201e+216">
              <a:srgbClr val="000000">
                <a:alpha val="1.8000000000000013e+22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인자 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QEA/DB/Project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240280"/>
            <a:ext cx="132588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5.956225944222673e+188" dist="2.382490377689069e+189" dir="2.806532213419321e+221">
              <a:srgbClr val="000000">
                <a:alpha val="1.8000000000000013e+22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 + initSchema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240280"/>
            <a:ext cx="132588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7.564406949162794e+192" dist="3.0257627796651175e+193" dir="1.6839193280515925e+226">
              <a:srgbClr val="000000">
                <a:alpha val="1.8000000000000014e+23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EAReader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QEA open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240280"/>
            <a:ext cx="1325880" cy="100584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9.606796825436748e+196" dist="3.8427187301746993e+197" dir="1.0103515968309554e+231">
              <a:srgbClr val="000000">
                <a:alpha val="1.8000000000000013e+23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EAConverter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convert()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2240280"/>
            <a:ext cx="1325880" cy="100584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220063196830467e+201" dist="4.880252787321868e+201" dir="6.062109580985733e+235">
              <a:srgbClr val="000000">
                <a:alpha val="1.8000000000000012e+24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DDSLoader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loadProject()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46920" y="2240280"/>
            <a:ext cx="1325880" cy="100584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1.5494802599746932e+205" dist="6.197921039898773e+205" dir="3.63726574859144e+240">
              <a:srgbClr val="000000">
                <a:alpha val="1.800000000000001e+24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toJson()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*.db.json 저장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828800" cy="493776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 결과 출력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4645152"/>
            <a:ext cx="8138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packages / types / type_members / domains / topics / participants 카운트, 오류 목록, DDSProject 로드 결과를 콘솔에 출력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715000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관찰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5669280"/>
            <a:ext cx="91440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main.cpp는 설계 검증용 콘솔 도구에 가깝습니다. 이후 UI/CEF 연동 시 Repository와 DDS Model 계층은 그대로 활용 가능합니다.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 확장: IDL과 Markdown은 DDS Model에서 생성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Generator는 DB 스키마가 아니라 DDS 객체 모델만 바라보게 설계하는 것이 안전합니다.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2926080"/>
            <a:ext cx="146304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0" y="2926080"/>
            <a:ext cx="1463040" cy="-77724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FACC1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2926080"/>
            <a:ext cx="1463040" cy="77724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FACC1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1645920" cy="100584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9678399301678603e+209" dist="7.871359720671441e+209" dir="2.182359449154864e+245">
              <a:srgbClr val="000000">
                <a:alpha val="1.800000000000001e+25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69080" y="2423160"/>
            <a:ext cx="1417320" cy="100584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2.4991567113131827e+213" dist="9.996626845252731e+213" dir="1.3094156694929184e+250">
              <a:srgbClr val="000000">
                <a:alpha val="1.8000000000000008e+25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645920"/>
            <a:ext cx="1828800" cy="82296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3.173929023367742e+217" dist="1.2695716093470969e+218" dir="7.85649401695751e+254">
              <a:srgbClr val="000000">
                <a:alpha val="1.8000000000000007e+26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IDLGenerator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RTI / Fast DDS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3291840"/>
            <a:ext cx="1828800" cy="82296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4.030889859677033e+221" dist="1.612355943870813e+222" dir="4.713896410174506e+259">
              <a:srgbClr val="000000">
                <a:alpha val="1.8000000000000006e+26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MarkdownGenerator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기반 문서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38360" y="2331720"/>
            <a:ext cx="1417320" cy="1188720"/>
          </a:xfrm>
          <a:prstGeom prst="rect">
            <a:avLst/>
          </a:prstGeom>
          <a:solidFill>
            <a:srgbClr val="581C87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5.1192301217898315e+225" dist="2.0476920487159326e+226" dir="2.8283378461047036e+264">
              <a:srgbClr val="000000">
                <a:alpha val="1.8000000000000007e+27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출력물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생성 체크리스트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4700016"/>
            <a:ext cx="7315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module path / typedef / enum / union / sequence / array / key annotation / extensibility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513832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생성 체크리스트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5458968"/>
            <a:ext cx="7315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Package별 타입 목록, Domain/Topic 표, QoS Policy 표, Participant Pub/Sub 구조, 변경 이력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Collaboration Server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1차 구현 → PostgreSQL 협업 서버 확장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스키마 원칙을 지키면 저장소 구현체만 교체하는 방식으로 확장할 수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2834640"/>
            <a:ext cx="19659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0" y="2834640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60120" y="2240280"/>
            <a:ext cx="1874520" cy="118872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6.501422254673086e+229" dist="2.6005689018692344e+230" dir="1.6970027076628222e+269">
              <a:srgbClr val="000000">
                <a:alpha val="1.8000000000000008e+27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변환 / 검증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0" y="2240280"/>
            <a:ext cx="205740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8.256806263434819e+233" dist="3.3027225053739275e+234" dir="1.0182016245976934e+274">
              <a:srgbClr val="000000">
                <a:alpha val="1.8000000000000007e+28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IRepository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추상 인터페이스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32520" y="2240280"/>
            <a:ext cx="1874520" cy="118872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1.048614395456222e+238" dist="4.194457581824888e+238" dir="6.10920974758616e+278">
              <a:srgbClr val="000000">
                <a:alpha val="1.8000000000000007e+28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 서버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2011680" cy="45720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시 고려사항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4535424"/>
            <a:ext cx="7680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UUID 타입 전환 / JSONB 활용 / FK cascade 정책 / 사용자·권한 모델 / 동시 편집 Lock or Merge / Audit 조회 성능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571500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계층을 이미 분리했기 때문에 PostgreSQLRepository는 기존 DDS Model / Generator를 변경하지 않는 방향으로 구현해야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로드맵: Repository 안정화 후 Generator와 UI로 확장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산출물을 명확히 두면 설계 검토와 구현 검증을 병행할 수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297180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297180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297180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778240" y="297180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88720" y="1600200"/>
            <a:ext cx="685800" cy="30175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1508760" cy="132588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331740282229402e+242" dist="5.326961128917608e+242" dir="3.6655258485516963e+283">
              <a:srgbClr val="000000">
                <a:alpha val="1.8000000000000007e+29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DDL / IRepository / SQLite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685800" cy="30175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2148840"/>
            <a:ext cx="1508760" cy="132588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1.6913101584313407e+246" dist="6.765240633725363e+246" dir="2.1993155091310177e+288">
              <a:srgbClr val="000000">
                <a:alpha val="1.8000000000000008e+299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Import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Reader / Converter / 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685800" cy="301752"/>
          </a:xfrm>
          <a:prstGeom prst="rect">
            <a:avLst/>
          </a:prstGeom>
          <a:solidFill>
            <a:srgbClr val="22D3EE"/>
          </a:solidFill>
          <a:ln>
            <a:solidFill>
              <a:srgbClr val="22D3EE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1508760" cy="132588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2.1479639012078026e+250" dist="8.59185560483121e+250" dir="1.3195893054786106e+293">
              <a:srgbClr val="000000">
                <a:alpha val="1.8000000000000007e+304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Loader / toJson / toAny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1600200"/>
            <a:ext cx="685800" cy="301752"/>
          </a:xfrm>
          <a:prstGeom prst="rect">
            <a:avLst/>
          </a:prstGeom>
          <a:solidFill>
            <a:srgbClr val="FACC15"/>
          </a:solidFill>
          <a:ln>
            <a:solidFill>
              <a:srgbClr val="FACC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9480" y="2148840"/>
            <a:ext cx="1508760" cy="132588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2.7279141545339093e+254" dist="1.0911656618135637e+255" dir="7.917535832871664e+297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/ Markdown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1600200"/>
            <a:ext cx="685800" cy="301752"/>
          </a:xfrm>
          <a:prstGeom prst="rect">
            <a:avLst/>
          </a:prstGeom>
          <a:solidFill>
            <a:srgbClr val="FACC15"/>
          </a:solidFill>
          <a:ln>
            <a:solidFill>
              <a:srgbClr val="FACC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5단계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2148840"/>
            <a:ext cx="1508760" cy="132588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3.4644509762580647e+258" dist="1.3857803905032259e+259" dir="4.750521499722998e+302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Collaboration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CEF UI / PostgreSQL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16459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산출물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855464"/>
            <a:ext cx="813816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 QEA 변환 결과 DB, JSON Export, IDL 컴파일 성공 로그, Markdown 문서, EA 재동기화 충돌 케이스 리포트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 Focus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검토 포인트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 항목이 합의되면 구현은 단계적으로 진행할 수 있습니다.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Repository 계약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15개 테이블과 FK 방향이 DDS 산출물을 충분히 표현하는가?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15087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EA 매핑 정확도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Stereotype / Object_Type / Property 해석 규칙이 실제 EA 모델과 맞는가?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0" y="15087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ACC1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Sync 정책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5820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재수입 시 manual 수정과 충돌을 어떻게 승인할 것인가?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Generator 책임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 / Markdown 생성기가 DB가 아닌 DDS Model만 바라보는가?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협업 서버 확장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54880" y="50749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스키마를 PostgreSQL로 옮길 때 타입·동시성·권한을 어떻게 반영할 것인가?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4023360"/>
            <a:ext cx="2926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UI 검토 흐름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507492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불확실한 kind=NULL, 삭제 후보, 충돌 로그를 Web UI에서 어떻게 다룰 것인가?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Collab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7955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설계는 EA 모델을 “직접 쓰는 도구”에서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“협업 가능한 DDS Repository”로 전환하는 구조입니다.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2194560" y="4023360"/>
            <a:ext cx="15544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20640" y="4023360"/>
            <a:ext cx="15544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46720" y="4023360"/>
            <a:ext cx="15544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3566160"/>
            <a:ext cx="1417320" cy="914400"/>
          </a:xfrm>
          <a:prstGeom prst="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4.3998527398477425e+262" dist="1.759941095939097e+263" dir="2.850312899833799e+307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 원본 보존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49040" y="3566160"/>
            <a:ext cx="1371600" cy="914400"/>
          </a:xfrm>
          <a:prstGeom prst="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  <a:effectLst>
            <a:outerShdw sx="100000" sy="100000" kx="0" ky="0" algn="bl" rotWithShape="0" blurRad="5.587812979606632e+266" dist="2.235125191842653e+267" dir="Infinity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 계약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13716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</a:ln>
          <a:effectLst>
            <a:outerShdw sx="100000" sy="100000" kx="0" ky="0" algn="bl" rotWithShape="0" blurRad="7.096522484100423e+270" dist="2.8386089936401693e+271" dir="Infinity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DDS 객체 모델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0" y="3566160"/>
            <a:ext cx="1417320" cy="914400"/>
          </a:xfrm>
          <a:prstGeom prst="rect">
            <a:avLst/>
          </a:prstGeom>
          <a:solidFill>
            <a:srgbClr val="713F12"/>
          </a:solidFill>
          <a:ln w="12700">
            <a:solidFill>
              <a:srgbClr val="FACC15"/>
            </a:solidFill>
          </a:ln>
          <a:effectLst>
            <a:outerShdw sx="100000" sy="100000" kx="0" ky="0" algn="bl" rotWithShape="0" blurRad="9.012583554807537e+274" dist="3.605033421923015e+275" dir="Infinity">
              <a:srgbClr val="000000">
                <a:alpha val="Infinity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산출물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5779008"/>
            <a:ext cx="9601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의사결정: ERD/FK 확정 → EA 샘플 모델 변환 검증 → IDL Generator 우선 구현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 협업 DB 설계 검토</dc:title>
  <dc:subject>DDS Collaboration DB Design Review</dc:subject>
  <dc:creator>OpenAI</dc:creator>
  <cp:lastModifiedBy>OpenAI</cp:lastModifiedBy>
  <cp:revision>1</cp:revision>
  <dcterms:created xsi:type="dcterms:W3CDTF">2026-06-25T23:27:39Z</dcterms:created>
  <dcterms:modified xsi:type="dcterms:W3CDTF">2026-06-25T23:27:39Z</dcterms:modified>
</cp:coreProperties>
</file>